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94560"/>
            <a:ext cx="11277600" cy="1371600"/>
          </a:xfrm>
        </p:spPr>
        <p:txBody>
          <a:bodyPr/>
          <a:lstStyle>
            <a:lvl1pPr>
              <a:defRPr sz="40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657600"/>
            <a:ext cx="11277600" cy="91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>
              <a:defRPr sz="2000" b="0">
                <a:solidFill>
                  <a:srgbClr val="F2F2F2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8686800" cy="36576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600" cy="49834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8686800" cy="36576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rand name"/>
          <p:cNvSpPr txBox="1"/>
          <p:nvPr/>
        </p:nvSpPr>
        <p:spPr>
          <a:xfrm>
            <a:off x="9144000" y="6355080"/>
            <a:ext cx="2590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200" b="1">
                <a:solidFill>
                  <a:srgbClr val="1F2A44"/>
                </a:solidFill>
              </a:rPr>
              <a:t>Example Capital</a:t>
            </a:r>
          </a:p>
        </p:txBody>
      </p:sp>
      <p:sp>
        <p:nvSpPr>
          <p:cNvPr id="7" name="Footer rule"/>
          <p:cNvSpPr/>
          <p:nvPr/>
        </p:nvSpPr>
        <p:spPr>
          <a:xfrm>
            <a:off x="457200" y="6281928"/>
            <a:ext cx="11277600" cy="9525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op bar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11277600" cy="49834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6355080"/>
            <a:ext cx="8686800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rgbClr val="1F2A44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 b="0">
          <a:solidFill>
            <a:srgbClr val="333333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 b="0">
          <a:solidFill>
            <a:srgbClr val="333333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F2F2F2"/>
      </a:lt2>
      <a:accent1>
        <a:srgbClr val="1F2A44"/>
      </a:accent1>
      <a:accent2>
        <a:srgbClr val="7F7F7F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