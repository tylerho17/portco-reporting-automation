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194560"/>
            <a:ext cx="11277600" cy="1371600"/>
          </a:xfrm>
        </p:spPr>
        <p:txBody>
          <a:bodyPr/>
          <a:lstStyle>
            <a:lvl1pPr>
              <a:defRPr sz="28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657600"/>
            <a:ext cx="11277600" cy="914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lvl1pPr>
              <a:defRPr sz="2000" b="0">
                <a:solidFill>
                  <a:srgbClr val="F8FAFC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7200" y="6355080"/>
            <a:ext cx="9768840" cy="365760"/>
          </a:xfrm>
        </p:spPr>
        <p:txBody>
          <a:bodyPr/>
          <a:lstStyle>
            <a:lvl1pPr>
              <a:defRPr sz="1200" b="0">
                <a:solidFill>
                  <a:srgbClr val="F8FAFC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7724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88720"/>
            <a:ext cx="11277600" cy="49834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7200" y="6355080"/>
            <a:ext cx="9768840" cy="36576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rand name"/>
          <p:cNvSpPr txBox="1"/>
          <p:nvPr/>
        </p:nvSpPr>
        <p:spPr>
          <a:xfrm>
            <a:off x="10226040" y="6355080"/>
            <a:ext cx="1508760" cy="365760"/>
          </a:xfrm>
          <a:prstGeom prst="rect">
            <a:avLst/>
          </a:prstGeom>
          <a:noFill/>
        </p:spPr>
        <p:txBody>
          <a:bodyPr wrap="none" anchor="ctr" lIns="0">
            <a:spAutoFit/>
          </a:bodyPr>
          <a:lstStyle/>
          <a:p>
            <a:pPr algn="r"/>
            <a:r>
              <a:rPr sz="1200" b="1">
                <a:solidFill>
                  <a:srgbClr val="0B2545"/>
                </a:solidFill>
              </a:rPr>
              <a:t>Example Capital</a:t>
            </a:r>
          </a:p>
        </p:txBody>
      </p:sp>
      <p:sp>
        <p:nvSpPr>
          <p:cNvPr id="7" name="Footer rule"/>
          <p:cNvSpPr/>
          <p:nvPr/>
        </p:nvSpPr>
        <p:spPr>
          <a:xfrm>
            <a:off x="457200" y="6281928"/>
            <a:ext cx="112776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op bar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77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88720"/>
            <a:ext cx="11277600" cy="49834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" y="6355080"/>
            <a:ext cx="9768840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rgbClr val="0B2545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500" kern="1200" b="0">
          <a:solidFill>
            <a:srgbClr val="334155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300" kern="1200" b="0">
          <a:solidFill>
            <a:srgbClr val="334155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B2545"/>
      </a:dk2>
      <a:lt2>
        <a:srgbClr val="F8FAFC"/>
      </a:lt2>
      <a:accent1>
        <a:srgbClr val="0B2545"/>
      </a:accent1>
      <a:accent2>
        <a:srgbClr val="64748B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