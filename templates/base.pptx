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94560"/>
            <a:ext cx="11277600" cy="1371600"/>
          </a:xfrm>
        </p:spPr>
        <p:txBody>
          <a:bodyPr/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57600"/>
            <a:ext cx="112776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>
              <a:defRPr sz="2000" b="0">
                <a:solidFill>
                  <a:srgbClr val="F8FAFC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976884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772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11277600" cy="49834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5080"/>
            <a:ext cx="976884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rand name"/>
          <p:cNvSpPr txBox="1"/>
          <p:nvPr/>
        </p:nvSpPr>
        <p:spPr>
          <a:xfrm>
            <a:off x="10226040" y="6355080"/>
            <a:ext cx="1508760" cy="36576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 algn="r"/>
            <a:r>
              <a:rPr sz="1200" b="1">
                <a:solidFill>
                  <a:srgbClr val="0B2545"/>
                </a:solidFill>
              </a:rPr>
              <a:t>Example Capital</a:t>
            </a:r>
          </a:p>
        </p:txBody>
      </p:sp>
      <p:sp>
        <p:nvSpPr>
          <p:cNvPr id="7" name="Footer rule"/>
          <p:cNvSpPr/>
          <p:nvPr/>
        </p:nvSpPr>
        <p:spPr>
          <a:xfrm>
            <a:off x="457200" y="6281928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 bar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7600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5080"/>
            <a:ext cx="97688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rgbClr val="0B254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b="0">
          <a:solidFill>
            <a:srgbClr val="334155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300" kern="1200" b="0">
          <a:solidFill>
            <a:srgbClr val="334155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2545"/>
      </a:dk2>
      <a:lt2>
        <a:srgbClr val="F8FAFC"/>
      </a:lt2>
      <a:accent1>
        <a:srgbClr val="0B2545"/>
      </a:accent1>
      <a:accent2>
        <a:srgbClr val="64748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